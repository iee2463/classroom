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618520-0B12-4410-BA9E-735C396F63C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91D97A-ED64-4BF5-A2BA-1D177546FC12}">
      <dgm:prSet/>
      <dgm:spPr/>
      <dgm:t>
        <a:bodyPr/>
        <a:lstStyle/>
        <a:p>
          <a:r>
            <a:rPr lang="es-CL"/>
            <a:t>Resetear Modulo UART</a:t>
          </a:r>
          <a:endParaRPr lang="en-US"/>
        </a:p>
      </dgm:t>
    </dgm:pt>
    <dgm:pt modelId="{185C13A7-DF91-4FE9-A732-00BBED9D04CE}" type="parTrans" cxnId="{F50AF5D9-7CA6-44D7-AF1F-04B61262283B}">
      <dgm:prSet/>
      <dgm:spPr/>
      <dgm:t>
        <a:bodyPr/>
        <a:lstStyle/>
        <a:p>
          <a:endParaRPr lang="en-US"/>
        </a:p>
      </dgm:t>
    </dgm:pt>
    <dgm:pt modelId="{081ECE67-2659-4FAC-B2ED-647006DDE401}" type="sibTrans" cxnId="{F50AF5D9-7CA6-44D7-AF1F-04B61262283B}">
      <dgm:prSet/>
      <dgm:spPr/>
      <dgm:t>
        <a:bodyPr/>
        <a:lstStyle/>
        <a:p>
          <a:endParaRPr lang="en-US"/>
        </a:p>
      </dgm:t>
    </dgm:pt>
    <dgm:pt modelId="{5D3F2A13-ED33-46E4-A024-FE803FDB18BC}">
      <dgm:prSet/>
      <dgm:spPr/>
      <dgm:t>
        <a:bodyPr/>
        <a:lstStyle/>
        <a:p>
          <a:r>
            <a:rPr lang="es-CL"/>
            <a:t>Configurar baudrate (tip: tabla 36-4 user manual)</a:t>
          </a:r>
          <a:endParaRPr lang="en-US"/>
        </a:p>
      </dgm:t>
    </dgm:pt>
    <dgm:pt modelId="{F16A422E-F784-4D05-8BDA-9653517E98B7}" type="parTrans" cxnId="{FE2359AC-6A67-420F-B501-E1F46254A69C}">
      <dgm:prSet/>
      <dgm:spPr/>
      <dgm:t>
        <a:bodyPr/>
        <a:lstStyle/>
        <a:p>
          <a:endParaRPr lang="en-US"/>
        </a:p>
      </dgm:t>
    </dgm:pt>
    <dgm:pt modelId="{7232E339-5ABC-480B-BBA2-BF6351478E03}" type="sibTrans" cxnId="{FE2359AC-6A67-420F-B501-E1F46254A69C}">
      <dgm:prSet/>
      <dgm:spPr/>
      <dgm:t>
        <a:bodyPr/>
        <a:lstStyle/>
        <a:p>
          <a:endParaRPr lang="en-US"/>
        </a:p>
      </dgm:t>
    </dgm:pt>
    <dgm:pt modelId="{A15220BF-AAA7-4993-B113-6E16AFF096F3}">
      <dgm:prSet/>
      <dgm:spPr/>
      <dgm:t>
        <a:bodyPr/>
        <a:lstStyle/>
        <a:p>
          <a:r>
            <a:rPr lang="es-CL"/>
            <a:t>Configurar numero de bit</a:t>
          </a:r>
          <a:endParaRPr lang="en-US"/>
        </a:p>
      </dgm:t>
    </dgm:pt>
    <dgm:pt modelId="{4D2CFBAC-4935-40F9-9764-3D99CC3AD27D}" type="parTrans" cxnId="{B8500085-0009-40AB-A639-BBC2758DBEA3}">
      <dgm:prSet/>
      <dgm:spPr/>
      <dgm:t>
        <a:bodyPr/>
        <a:lstStyle/>
        <a:p>
          <a:endParaRPr lang="en-US"/>
        </a:p>
      </dgm:t>
    </dgm:pt>
    <dgm:pt modelId="{D4EF16A9-7FC4-40DD-B3F9-6FE9B7D45F2A}" type="sibTrans" cxnId="{B8500085-0009-40AB-A639-BBC2758DBEA3}">
      <dgm:prSet/>
      <dgm:spPr/>
      <dgm:t>
        <a:bodyPr/>
        <a:lstStyle/>
        <a:p>
          <a:endParaRPr lang="en-US"/>
        </a:p>
      </dgm:t>
    </dgm:pt>
    <dgm:pt modelId="{897E3A56-EDD2-401A-AD94-500CDB0A2B02}">
      <dgm:prSet/>
      <dgm:spPr/>
      <dgm:t>
        <a:bodyPr/>
        <a:lstStyle/>
        <a:p>
          <a:r>
            <a:rPr lang="es-CL"/>
            <a:t>Definir paridad</a:t>
          </a:r>
          <a:endParaRPr lang="en-US"/>
        </a:p>
      </dgm:t>
    </dgm:pt>
    <dgm:pt modelId="{38E4AA5C-C8BE-43D2-B538-3FF566080CC2}" type="parTrans" cxnId="{BAAB42B9-466C-4079-A29D-9D7112F7EE95}">
      <dgm:prSet/>
      <dgm:spPr/>
      <dgm:t>
        <a:bodyPr/>
        <a:lstStyle/>
        <a:p>
          <a:endParaRPr lang="en-US"/>
        </a:p>
      </dgm:t>
    </dgm:pt>
    <dgm:pt modelId="{A1832314-9D47-493D-BFF4-A6AA6152F40B}" type="sibTrans" cxnId="{BAAB42B9-466C-4079-A29D-9D7112F7EE95}">
      <dgm:prSet/>
      <dgm:spPr/>
      <dgm:t>
        <a:bodyPr/>
        <a:lstStyle/>
        <a:p>
          <a:endParaRPr lang="en-US"/>
        </a:p>
      </dgm:t>
    </dgm:pt>
    <dgm:pt modelId="{0035D61F-4051-4898-B753-A8CF2E058185}">
      <dgm:prSet/>
      <dgm:spPr/>
      <dgm:t>
        <a:bodyPr/>
        <a:lstStyle/>
        <a:p>
          <a:r>
            <a:rPr lang="es-CL"/>
            <a:t>Definir numero de Stop bit</a:t>
          </a:r>
          <a:endParaRPr lang="en-US"/>
        </a:p>
      </dgm:t>
    </dgm:pt>
    <dgm:pt modelId="{2CAD17C2-FA61-4DD7-9758-1BB5B60CB855}" type="parTrans" cxnId="{5B64593D-E604-4030-B4AB-28DC3F03CE14}">
      <dgm:prSet/>
      <dgm:spPr/>
      <dgm:t>
        <a:bodyPr/>
        <a:lstStyle/>
        <a:p>
          <a:endParaRPr lang="en-US"/>
        </a:p>
      </dgm:t>
    </dgm:pt>
    <dgm:pt modelId="{885D4069-2C70-485C-8AF0-E713CDE55250}" type="sibTrans" cxnId="{5B64593D-E604-4030-B4AB-28DC3F03CE14}">
      <dgm:prSet/>
      <dgm:spPr/>
      <dgm:t>
        <a:bodyPr/>
        <a:lstStyle/>
        <a:p>
          <a:endParaRPr lang="en-US"/>
        </a:p>
      </dgm:t>
    </dgm:pt>
    <dgm:pt modelId="{2796F65A-7891-4254-91E1-577FB1382F67}" type="pres">
      <dgm:prSet presAssocID="{F0618520-0B12-4410-BA9E-735C396F63C4}" presName="vert0" presStyleCnt="0">
        <dgm:presLayoutVars>
          <dgm:dir/>
          <dgm:animOne val="branch"/>
          <dgm:animLvl val="lvl"/>
        </dgm:presLayoutVars>
      </dgm:prSet>
      <dgm:spPr/>
    </dgm:pt>
    <dgm:pt modelId="{BB45F211-B9F0-4367-AF0D-6493BE6268D7}" type="pres">
      <dgm:prSet presAssocID="{8C91D97A-ED64-4BF5-A2BA-1D177546FC12}" presName="thickLine" presStyleLbl="alignNode1" presStyleIdx="0" presStyleCnt="5"/>
      <dgm:spPr/>
    </dgm:pt>
    <dgm:pt modelId="{EE33BC97-0529-4C8A-BD85-19FD07F6758B}" type="pres">
      <dgm:prSet presAssocID="{8C91D97A-ED64-4BF5-A2BA-1D177546FC12}" presName="horz1" presStyleCnt="0"/>
      <dgm:spPr/>
    </dgm:pt>
    <dgm:pt modelId="{026B9127-9E39-4DC8-B01A-11BFB68FF6D7}" type="pres">
      <dgm:prSet presAssocID="{8C91D97A-ED64-4BF5-A2BA-1D177546FC12}" presName="tx1" presStyleLbl="revTx" presStyleIdx="0" presStyleCnt="5"/>
      <dgm:spPr/>
    </dgm:pt>
    <dgm:pt modelId="{65566FBC-11E0-4E62-BE38-8D0467FBEEDC}" type="pres">
      <dgm:prSet presAssocID="{8C91D97A-ED64-4BF5-A2BA-1D177546FC12}" presName="vert1" presStyleCnt="0"/>
      <dgm:spPr/>
    </dgm:pt>
    <dgm:pt modelId="{2DC8BB8C-AB78-4744-AD45-96C2D2B17F92}" type="pres">
      <dgm:prSet presAssocID="{5D3F2A13-ED33-46E4-A024-FE803FDB18BC}" presName="thickLine" presStyleLbl="alignNode1" presStyleIdx="1" presStyleCnt="5"/>
      <dgm:spPr/>
    </dgm:pt>
    <dgm:pt modelId="{7C8AA9AD-5B5E-4DCE-83F9-C43DFB0708D3}" type="pres">
      <dgm:prSet presAssocID="{5D3F2A13-ED33-46E4-A024-FE803FDB18BC}" presName="horz1" presStyleCnt="0"/>
      <dgm:spPr/>
    </dgm:pt>
    <dgm:pt modelId="{70B6781D-F053-403C-820D-D5F514149C9F}" type="pres">
      <dgm:prSet presAssocID="{5D3F2A13-ED33-46E4-A024-FE803FDB18BC}" presName="tx1" presStyleLbl="revTx" presStyleIdx="1" presStyleCnt="5"/>
      <dgm:spPr/>
    </dgm:pt>
    <dgm:pt modelId="{64BD0CF6-9123-4A0D-9542-758EE208F3CF}" type="pres">
      <dgm:prSet presAssocID="{5D3F2A13-ED33-46E4-A024-FE803FDB18BC}" presName="vert1" presStyleCnt="0"/>
      <dgm:spPr/>
    </dgm:pt>
    <dgm:pt modelId="{11D0EFA5-5025-46CB-A08D-68ACD83EE22A}" type="pres">
      <dgm:prSet presAssocID="{A15220BF-AAA7-4993-B113-6E16AFF096F3}" presName="thickLine" presStyleLbl="alignNode1" presStyleIdx="2" presStyleCnt="5"/>
      <dgm:spPr/>
    </dgm:pt>
    <dgm:pt modelId="{DFFB2FE0-7197-4F26-9D73-AAADCFB80D55}" type="pres">
      <dgm:prSet presAssocID="{A15220BF-AAA7-4993-B113-6E16AFF096F3}" presName="horz1" presStyleCnt="0"/>
      <dgm:spPr/>
    </dgm:pt>
    <dgm:pt modelId="{41F4EC8C-AC95-4D24-9A6D-088F3E3ED3B2}" type="pres">
      <dgm:prSet presAssocID="{A15220BF-AAA7-4993-B113-6E16AFF096F3}" presName="tx1" presStyleLbl="revTx" presStyleIdx="2" presStyleCnt="5"/>
      <dgm:spPr/>
    </dgm:pt>
    <dgm:pt modelId="{260C5850-774A-4504-9C7E-9F0CC2DD3095}" type="pres">
      <dgm:prSet presAssocID="{A15220BF-AAA7-4993-B113-6E16AFF096F3}" presName="vert1" presStyleCnt="0"/>
      <dgm:spPr/>
    </dgm:pt>
    <dgm:pt modelId="{B3EA3303-A1AA-42DB-827A-2343D89C963C}" type="pres">
      <dgm:prSet presAssocID="{897E3A56-EDD2-401A-AD94-500CDB0A2B02}" presName="thickLine" presStyleLbl="alignNode1" presStyleIdx="3" presStyleCnt="5"/>
      <dgm:spPr/>
    </dgm:pt>
    <dgm:pt modelId="{FDFAAA5B-1E34-4098-9820-F8CC56F58F1B}" type="pres">
      <dgm:prSet presAssocID="{897E3A56-EDD2-401A-AD94-500CDB0A2B02}" presName="horz1" presStyleCnt="0"/>
      <dgm:spPr/>
    </dgm:pt>
    <dgm:pt modelId="{09B02B87-44C3-46FB-96A0-B1D46668F7FE}" type="pres">
      <dgm:prSet presAssocID="{897E3A56-EDD2-401A-AD94-500CDB0A2B02}" presName="tx1" presStyleLbl="revTx" presStyleIdx="3" presStyleCnt="5"/>
      <dgm:spPr/>
    </dgm:pt>
    <dgm:pt modelId="{A34214B7-0EED-42A3-8D0B-8A182008A23D}" type="pres">
      <dgm:prSet presAssocID="{897E3A56-EDD2-401A-AD94-500CDB0A2B02}" presName="vert1" presStyleCnt="0"/>
      <dgm:spPr/>
    </dgm:pt>
    <dgm:pt modelId="{0175D205-2EAF-435B-B4BA-B48ADD176282}" type="pres">
      <dgm:prSet presAssocID="{0035D61F-4051-4898-B753-A8CF2E058185}" presName="thickLine" presStyleLbl="alignNode1" presStyleIdx="4" presStyleCnt="5"/>
      <dgm:spPr/>
    </dgm:pt>
    <dgm:pt modelId="{AAEA0724-1591-4803-BF28-4D770AD2CB3C}" type="pres">
      <dgm:prSet presAssocID="{0035D61F-4051-4898-B753-A8CF2E058185}" presName="horz1" presStyleCnt="0"/>
      <dgm:spPr/>
    </dgm:pt>
    <dgm:pt modelId="{CF78059D-38D3-4F45-8EAC-3DE92BE9945F}" type="pres">
      <dgm:prSet presAssocID="{0035D61F-4051-4898-B753-A8CF2E058185}" presName="tx1" presStyleLbl="revTx" presStyleIdx="4" presStyleCnt="5"/>
      <dgm:spPr/>
    </dgm:pt>
    <dgm:pt modelId="{07CE6231-E8DB-492D-992B-8B83E978C3D6}" type="pres">
      <dgm:prSet presAssocID="{0035D61F-4051-4898-B753-A8CF2E058185}" presName="vert1" presStyleCnt="0"/>
      <dgm:spPr/>
    </dgm:pt>
  </dgm:ptLst>
  <dgm:cxnLst>
    <dgm:cxn modelId="{6E670300-F827-4171-A000-356B5AACB2E2}" type="presOf" srcId="{0035D61F-4051-4898-B753-A8CF2E058185}" destId="{CF78059D-38D3-4F45-8EAC-3DE92BE9945F}" srcOrd="0" destOrd="0" presId="urn:microsoft.com/office/officeart/2008/layout/LinedList"/>
    <dgm:cxn modelId="{8298081B-A07F-4D83-AB9D-97B430BF9E52}" type="presOf" srcId="{5D3F2A13-ED33-46E4-A024-FE803FDB18BC}" destId="{70B6781D-F053-403C-820D-D5F514149C9F}" srcOrd="0" destOrd="0" presId="urn:microsoft.com/office/officeart/2008/layout/LinedList"/>
    <dgm:cxn modelId="{5B64593D-E604-4030-B4AB-28DC3F03CE14}" srcId="{F0618520-0B12-4410-BA9E-735C396F63C4}" destId="{0035D61F-4051-4898-B753-A8CF2E058185}" srcOrd="4" destOrd="0" parTransId="{2CAD17C2-FA61-4DD7-9758-1BB5B60CB855}" sibTransId="{885D4069-2C70-485C-8AF0-E713CDE55250}"/>
    <dgm:cxn modelId="{FBAF0055-A896-4E13-8ABB-13FB7E227018}" type="presOf" srcId="{F0618520-0B12-4410-BA9E-735C396F63C4}" destId="{2796F65A-7891-4254-91E1-577FB1382F67}" srcOrd="0" destOrd="0" presId="urn:microsoft.com/office/officeart/2008/layout/LinedList"/>
    <dgm:cxn modelId="{686A0E58-E2DA-42DB-8911-01F845139B24}" type="presOf" srcId="{A15220BF-AAA7-4993-B113-6E16AFF096F3}" destId="{41F4EC8C-AC95-4D24-9A6D-088F3E3ED3B2}" srcOrd="0" destOrd="0" presId="urn:microsoft.com/office/officeart/2008/layout/LinedList"/>
    <dgm:cxn modelId="{81894B59-C988-462B-96E3-1E93ACFD53EB}" type="presOf" srcId="{897E3A56-EDD2-401A-AD94-500CDB0A2B02}" destId="{09B02B87-44C3-46FB-96A0-B1D46668F7FE}" srcOrd="0" destOrd="0" presId="urn:microsoft.com/office/officeart/2008/layout/LinedList"/>
    <dgm:cxn modelId="{B8500085-0009-40AB-A639-BBC2758DBEA3}" srcId="{F0618520-0B12-4410-BA9E-735C396F63C4}" destId="{A15220BF-AAA7-4993-B113-6E16AFF096F3}" srcOrd="2" destOrd="0" parTransId="{4D2CFBAC-4935-40F9-9764-3D99CC3AD27D}" sibTransId="{D4EF16A9-7FC4-40DD-B3F9-6FE9B7D45F2A}"/>
    <dgm:cxn modelId="{FE2359AC-6A67-420F-B501-E1F46254A69C}" srcId="{F0618520-0B12-4410-BA9E-735C396F63C4}" destId="{5D3F2A13-ED33-46E4-A024-FE803FDB18BC}" srcOrd="1" destOrd="0" parTransId="{F16A422E-F784-4D05-8BDA-9653517E98B7}" sibTransId="{7232E339-5ABC-480B-BBA2-BF6351478E03}"/>
    <dgm:cxn modelId="{853A36B5-D047-4B08-A8B8-D637FB4D70B6}" type="presOf" srcId="{8C91D97A-ED64-4BF5-A2BA-1D177546FC12}" destId="{026B9127-9E39-4DC8-B01A-11BFB68FF6D7}" srcOrd="0" destOrd="0" presId="urn:microsoft.com/office/officeart/2008/layout/LinedList"/>
    <dgm:cxn modelId="{BAAB42B9-466C-4079-A29D-9D7112F7EE95}" srcId="{F0618520-0B12-4410-BA9E-735C396F63C4}" destId="{897E3A56-EDD2-401A-AD94-500CDB0A2B02}" srcOrd="3" destOrd="0" parTransId="{38E4AA5C-C8BE-43D2-B538-3FF566080CC2}" sibTransId="{A1832314-9D47-493D-BFF4-A6AA6152F40B}"/>
    <dgm:cxn modelId="{F50AF5D9-7CA6-44D7-AF1F-04B61262283B}" srcId="{F0618520-0B12-4410-BA9E-735C396F63C4}" destId="{8C91D97A-ED64-4BF5-A2BA-1D177546FC12}" srcOrd="0" destOrd="0" parTransId="{185C13A7-DF91-4FE9-A732-00BBED9D04CE}" sibTransId="{081ECE67-2659-4FAC-B2ED-647006DDE401}"/>
    <dgm:cxn modelId="{F886D93C-6E73-48DF-AE2A-DECA6881C72D}" type="presParOf" srcId="{2796F65A-7891-4254-91E1-577FB1382F67}" destId="{BB45F211-B9F0-4367-AF0D-6493BE6268D7}" srcOrd="0" destOrd="0" presId="urn:microsoft.com/office/officeart/2008/layout/LinedList"/>
    <dgm:cxn modelId="{D9F7DFFB-A8D4-4762-8143-6EC9CC02607F}" type="presParOf" srcId="{2796F65A-7891-4254-91E1-577FB1382F67}" destId="{EE33BC97-0529-4C8A-BD85-19FD07F6758B}" srcOrd="1" destOrd="0" presId="urn:microsoft.com/office/officeart/2008/layout/LinedList"/>
    <dgm:cxn modelId="{252254AC-5B72-4A7C-BCDD-1EF7076B4521}" type="presParOf" srcId="{EE33BC97-0529-4C8A-BD85-19FD07F6758B}" destId="{026B9127-9E39-4DC8-B01A-11BFB68FF6D7}" srcOrd="0" destOrd="0" presId="urn:microsoft.com/office/officeart/2008/layout/LinedList"/>
    <dgm:cxn modelId="{6B04885C-2D02-4C22-8886-647C363E1A5D}" type="presParOf" srcId="{EE33BC97-0529-4C8A-BD85-19FD07F6758B}" destId="{65566FBC-11E0-4E62-BE38-8D0467FBEEDC}" srcOrd="1" destOrd="0" presId="urn:microsoft.com/office/officeart/2008/layout/LinedList"/>
    <dgm:cxn modelId="{033345CE-0B85-4A1D-9E8A-C7F70F4A73BA}" type="presParOf" srcId="{2796F65A-7891-4254-91E1-577FB1382F67}" destId="{2DC8BB8C-AB78-4744-AD45-96C2D2B17F92}" srcOrd="2" destOrd="0" presId="urn:microsoft.com/office/officeart/2008/layout/LinedList"/>
    <dgm:cxn modelId="{546A7DD1-1C8E-4A65-88DA-5AA2BA37F6B2}" type="presParOf" srcId="{2796F65A-7891-4254-91E1-577FB1382F67}" destId="{7C8AA9AD-5B5E-4DCE-83F9-C43DFB0708D3}" srcOrd="3" destOrd="0" presId="urn:microsoft.com/office/officeart/2008/layout/LinedList"/>
    <dgm:cxn modelId="{8376E5B0-C8E7-4C00-947D-8C2F7FDD8B0C}" type="presParOf" srcId="{7C8AA9AD-5B5E-4DCE-83F9-C43DFB0708D3}" destId="{70B6781D-F053-403C-820D-D5F514149C9F}" srcOrd="0" destOrd="0" presId="urn:microsoft.com/office/officeart/2008/layout/LinedList"/>
    <dgm:cxn modelId="{770DD0D7-AE90-4BBC-B459-98601E15D464}" type="presParOf" srcId="{7C8AA9AD-5B5E-4DCE-83F9-C43DFB0708D3}" destId="{64BD0CF6-9123-4A0D-9542-758EE208F3CF}" srcOrd="1" destOrd="0" presId="urn:microsoft.com/office/officeart/2008/layout/LinedList"/>
    <dgm:cxn modelId="{1CB6D759-0DD6-4F28-A379-AA7B6F14DB29}" type="presParOf" srcId="{2796F65A-7891-4254-91E1-577FB1382F67}" destId="{11D0EFA5-5025-46CB-A08D-68ACD83EE22A}" srcOrd="4" destOrd="0" presId="urn:microsoft.com/office/officeart/2008/layout/LinedList"/>
    <dgm:cxn modelId="{32607C17-60D3-4894-BFE9-D51D1092D04C}" type="presParOf" srcId="{2796F65A-7891-4254-91E1-577FB1382F67}" destId="{DFFB2FE0-7197-4F26-9D73-AAADCFB80D55}" srcOrd="5" destOrd="0" presId="urn:microsoft.com/office/officeart/2008/layout/LinedList"/>
    <dgm:cxn modelId="{7A886849-DC7C-442D-AE34-D638275A7E3A}" type="presParOf" srcId="{DFFB2FE0-7197-4F26-9D73-AAADCFB80D55}" destId="{41F4EC8C-AC95-4D24-9A6D-088F3E3ED3B2}" srcOrd="0" destOrd="0" presId="urn:microsoft.com/office/officeart/2008/layout/LinedList"/>
    <dgm:cxn modelId="{A72943A7-F88F-4E01-A9A3-DB9BB61F5454}" type="presParOf" srcId="{DFFB2FE0-7197-4F26-9D73-AAADCFB80D55}" destId="{260C5850-774A-4504-9C7E-9F0CC2DD3095}" srcOrd="1" destOrd="0" presId="urn:microsoft.com/office/officeart/2008/layout/LinedList"/>
    <dgm:cxn modelId="{DB5767CF-558A-4BFF-B25D-3EAC61083954}" type="presParOf" srcId="{2796F65A-7891-4254-91E1-577FB1382F67}" destId="{B3EA3303-A1AA-42DB-827A-2343D89C963C}" srcOrd="6" destOrd="0" presId="urn:microsoft.com/office/officeart/2008/layout/LinedList"/>
    <dgm:cxn modelId="{17900011-4AC4-4289-80CC-DC933B41049B}" type="presParOf" srcId="{2796F65A-7891-4254-91E1-577FB1382F67}" destId="{FDFAAA5B-1E34-4098-9820-F8CC56F58F1B}" srcOrd="7" destOrd="0" presId="urn:microsoft.com/office/officeart/2008/layout/LinedList"/>
    <dgm:cxn modelId="{D762F739-FAA6-4205-AE7C-3E7E353223B0}" type="presParOf" srcId="{FDFAAA5B-1E34-4098-9820-F8CC56F58F1B}" destId="{09B02B87-44C3-46FB-96A0-B1D46668F7FE}" srcOrd="0" destOrd="0" presId="urn:microsoft.com/office/officeart/2008/layout/LinedList"/>
    <dgm:cxn modelId="{7061F680-6A68-468C-9A48-E8F22B93ECFD}" type="presParOf" srcId="{FDFAAA5B-1E34-4098-9820-F8CC56F58F1B}" destId="{A34214B7-0EED-42A3-8D0B-8A182008A23D}" srcOrd="1" destOrd="0" presId="urn:microsoft.com/office/officeart/2008/layout/LinedList"/>
    <dgm:cxn modelId="{73007F54-AB20-4264-8F76-681EA0EEF2CE}" type="presParOf" srcId="{2796F65A-7891-4254-91E1-577FB1382F67}" destId="{0175D205-2EAF-435B-B4BA-B48ADD176282}" srcOrd="8" destOrd="0" presId="urn:microsoft.com/office/officeart/2008/layout/LinedList"/>
    <dgm:cxn modelId="{44D1FB92-0BAA-4B02-BB95-57E7C133E761}" type="presParOf" srcId="{2796F65A-7891-4254-91E1-577FB1382F67}" destId="{AAEA0724-1591-4803-BF28-4D770AD2CB3C}" srcOrd="9" destOrd="0" presId="urn:microsoft.com/office/officeart/2008/layout/LinedList"/>
    <dgm:cxn modelId="{50CBAF88-22D6-4557-A489-6C17BCF93A0F}" type="presParOf" srcId="{AAEA0724-1591-4803-BF28-4D770AD2CB3C}" destId="{CF78059D-38D3-4F45-8EAC-3DE92BE9945F}" srcOrd="0" destOrd="0" presId="urn:microsoft.com/office/officeart/2008/layout/LinedList"/>
    <dgm:cxn modelId="{DC474777-1F6B-4D22-8B36-E28F6F5E6E7B}" type="presParOf" srcId="{AAEA0724-1591-4803-BF28-4D770AD2CB3C}" destId="{07CE6231-E8DB-492D-992B-8B83E978C3D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95E648-9485-4953-8FAE-CBCE83FF925B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79A5544-A77D-4B7A-9747-45680BB2964A}">
      <dgm:prSet/>
      <dgm:spPr/>
      <dgm:t>
        <a:bodyPr/>
        <a:lstStyle/>
        <a:p>
          <a:r>
            <a:rPr lang="es-CL" dirty="0"/>
            <a:t>Crear </a:t>
          </a:r>
          <a:r>
            <a:rPr lang="es-CL" dirty="0" err="1"/>
            <a:t>timer</a:t>
          </a:r>
          <a:r>
            <a:rPr lang="es-CL" dirty="0"/>
            <a:t> de 50Hz para un pin conectado a un </a:t>
          </a:r>
          <a:r>
            <a:rPr lang="es-CL" dirty="0" err="1"/>
            <a:t>timer</a:t>
          </a:r>
          <a:r>
            <a:rPr lang="es-CL" dirty="0"/>
            <a:t> o </a:t>
          </a:r>
          <a:r>
            <a:rPr lang="es-CL" dirty="0" err="1"/>
            <a:t>pwm</a:t>
          </a:r>
          <a:endParaRPr lang="en-US" dirty="0"/>
        </a:p>
      </dgm:t>
    </dgm:pt>
    <dgm:pt modelId="{C2ADD182-22E9-4F6E-9B1E-E66E6F746281}" type="parTrans" cxnId="{7D9B3821-4460-4462-938F-5E0FF0443D1E}">
      <dgm:prSet/>
      <dgm:spPr/>
      <dgm:t>
        <a:bodyPr/>
        <a:lstStyle/>
        <a:p>
          <a:endParaRPr lang="en-US"/>
        </a:p>
      </dgm:t>
    </dgm:pt>
    <dgm:pt modelId="{5E8E81CB-1796-4796-BEB5-BBE46FDCDC89}" type="sibTrans" cxnId="{7D9B3821-4460-4462-938F-5E0FF0443D1E}">
      <dgm:prSet/>
      <dgm:spPr/>
      <dgm:t>
        <a:bodyPr/>
        <a:lstStyle/>
        <a:p>
          <a:endParaRPr lang="en-US"/>
        </a:p>
      </dgm:t>
    </dgm:pt>
    <dgm:pt modelId="{A6A61C3A-342B-4760-8BD3-0FC6AB7EE0BD}">
      <dgm:prSet/>
      <dgm:spPr/>
      <dgm:t>
        <a:bodyPr/>
        <a:lstStyle/>
        <a:p>
          <a:r>
            <a:rPr lang="es-CL"/>
            <a:t>Con el registro del pin calcular tener pulsos de 0,5ms a 2,5 ms</a:t>
          </a:r>
          <a:endParaRPr lang="en-US"/>
        </a:p>
      </dgm:t>
    </dgm:pt>
    <dgm:pt modelId="{613A87BD-E5C3-49DF-BCB3-486D68E9C182}" type="parTrans" cxnId="{6509C58C-B3EF-48D9-A6E1-9CB82E7FF627}">
      <dgm:prSet/>
      <dgm:spPr/>
      <dgm:t>
        <a:bodyPr/>
        <a:lstStyle/>
        <a:p>
          <a:endParaRPr lang="en-US"/>
        </a:p>
      </dgm:t>
    </dgm:pt>
    <dgm:pt modelId="{0E5388AD-8577-434B-942A-0E5C9A03E727}" type="sibTrans" cxnId="{6509C58C-B3EF-48D9-A6E1-9CB82E7FF627}">
      <dgm:prSet/>
      <dgm:spPr/>
      <dgm:t>
        <a:bodyPr/>
        <a:lstStyle/>
        <a:p>
          <a:endParaRPr lang="en-US"/>
        </a:p>
      </dgm:t>
    </dgm:pt>
    <dgm:pt modelId="{9425D531-8B2B-4C69-B032-969DC9A65E78}">
      <dgm:prSet/>
      <dgm:spPr/>
      <dgm:t>
        <a:bodyPr/>
        <a:lstStyle/>
        <a:p>
          <a:r>
            <a:rPr lang="es-CL"/>
            <a:t>No cambiamos la frecuencia (referencia superior)</a:t>
          </a:r>
          <a:endParaRPr lang="en-US"/>
        </a:p>
      </dgm:t>
    </dgm:pt>
    <dgm:pt modelId="{F60D8C32-E5B0-4689-A040-E92666F92EB4}" type="parTrans" cxnId="{53C5A104-3FCA-4453-9875-F794782EA040}">
      <dgm:prSet/>
      <dgm:spPr/>
      <dgm:t>
        <a:bodyPr/>
        <a:lstStyle/>
        <a:p>
          <a:endParaRPr lang="en-US"/>
        </a:p>
      </dgm:t>
    </dgm:pt>
    <dgm:pt modelId="{2D3D4BC2-75CF-4169-9E43-9B1D9F73AAE8}" type="sibTrans" cxnId="{53C5A104-3FCA-4453-9875-F794782EA040}">
      <dgm:prSet/>
      <dgm:spPr/>
      <dgm:t>
        <a:bodyPr/>
        <a:lstStyle/>
        <a:p>
          <a:endParaRPr lang="en-US"/>
        </a:p>
      </dgm:t>
    </dgm:pt>
    <dgm:pt modelId="{16C90F0C-FF8F-4552-B796-7EC98C65EAE9}">
      <dgm:prSet/>
      <dgm:spPr/>
      <dgm:t>
        <a:bodyPr/>
        <a:lstStyle/>
        <a:p>
          <a:r>
            <a:rPr lang="es-CL"/>
            <a:t>Cambiamos el Duty Cycle</a:t>
          </a:r>
          <a:endParaRPr lang="en-US"/>
        </a:p>
      </dgm:t>
    </dgm:pt>
    <dgm:pt modelId="{E206BC11-D762-4DAD-8174-14EB59CF4213}" type="parTrans" cxnId="{F0B0AC06-68D0-4418-979E-B75DA9D5F235}">
      <dgm:prSet/>
      <dgm:spPr/>
      <dgm:t>
        <a:bodyPr/>
        <a:lstStyle/>
        <a:p>
          <a:endParaRPr lang="en-US"/>
        </a:p>
      </dgm:t>
    </dgm:pt>
    <dgm:pt modelId="{B1DFDEF1-37A9-4EBB-B14E-695F61B50728}" type="sibTrans" cxnId="{F0B0AC06-68D0-4418-979E-B75DA9D5F235}">
      <dgm:prSet/>
      <dgm:spPr/>
      <dgm:t>
        <a:bodyPr/>
        <a:lstStyle/>
        <a:p>
          <a:endParaRPr lang="en-US"/>
        </a:p>
      </dgm:t>
    </dgm:pt>
    <dgm:pt modelId="{F180995C-070D-4F09-9E9E-EA61FE20A08B}" type="pres">
      <dgm:prSet presAssocID="{5095E648-9485-4953-8FAE-CBCE83FF925B}" presName="vert0" presStyleCnt="0">
        <dgm:presLayoutVars>
          <dgm:dir/>
          <dgm:animOne val="branch"/>
          <dgm:animLvl val="lvl"/>
        </dgm:presLayoutVars>
      </dgm:prSet>
      <dgm:spPr/>
    </dgm:pt>
    <dgm:pt modelId="{47AA3B29-B3FA-4B8D-95DF-B3C5A0E44010}" type="pres">
      <dgm:prSet presAssocID="{A79A5544-A77D-4B7A-9747-45680BB2964A}" presName="thickLine" presStyleLbl="alignNode1" presStyleIdx="0" presStyleCnt="4"/>
      <dgm:spPr/>
    </dgm:pt>
    <dgm:pt modelId="{BC6B2475-9C1A-41AE-9333-9DE6FBC518B2}" type="pres">
      <dgm:prSet presAssocID="{A79A5544-A77D-4B7A-9747-45680BB2964A}" presName="horz1" presStyleCnt="0"/>
      <dgm:spPr/>
    </dgm:pt>
    <dgm:pt modelId="{2B3E5D25-3528-48AD-93B4-E9FC459F8DED}" type="pres">
      <dgm:prSet presAssocID="{A79A5544-A77D-4B7A-9747-45680BB2964A}" presName="tx1" presStyleLbl="revTx" presStyleIdx="0" presStyleCnt="4"/>
      <dgm:spPr/>
    </dgm:pt>
    <dgm:pt modelId="{B682C4D4-C495-49D8-B4E2-6BA2835130D8}" type="pres">
      <dgm:prSet presAssocID="{A79A5544-A77D-4B7A-9747-45680BB2964A}" presName="vert1" presStyleCnt="0"/>
      <dgm:spPr/>
    </dgm:pt>
    <dgm:pt modelId="{9AD9E2FC-D22E-419C-8895-EF742E377E55}" type="pres">
      <dgm:prSet presAssocID="{A6A61C3A-342B-4760-8BD3-0FC6AB7EE0BD}" presName="thickLine" presStyleLbl="alignNode1" presStyleIdx="1" presStyleCnt="4"/>
      <dgm:spPr/>
    </dgm:pt>
    <dgm:pt modelId="{C58DDBC2-9FD2-4938-A259-8F0520E35972}" type="pres">
      <dgm:prSet presAssocID="{A6A61C3A-342B-4760-8BD3-0FC6AB7EE0BD}" presName="horz1" presStyleCnt="0"/>
      <dgm:spPr/>
    </dgm:pt>
    <dgm:pt modelId="{570B218D-18C6-423C-8E01-0580E57209CD}" type="pres">
      <dgm:prSet presAssocID="{A6A61C3A-342B-4760-8BD3-0FC6AB7EE0BD}" presName="tx1" presStyleLbl="revTx" presStyleIdx="1" presStyleCnt="4"/>
      <dgm:spPr/>
    </dgm:pt>
    <dgm:pt modelId="{C7E95966-6B98-4566-87BF-8FE50C120D59}" type="pres">
      <dgm:prSet presAssocID="{A6A61C3A-342B-4760-8BD3-0FC6AB7EE0BD}" presName="vert1" presStyleCnt="0"/>
      <dgm:spPr/>
    </dgm:pt>
    <dgm:pt modelId="{8CD65808-A953-4412-97A8-CA1C0FAAC5EB}" type="pres">
      <dgm:prSet presAssocID="{9425D531-8B2B-4C69-B032-969DC9A65E78}" presName="thickLine" presStyleLbl="alignNode1" presStyleIdx="2" presStyleCnt="4"/>
      <dgm:spPr/>
    </dgm:pt>
    <dgm:pt modelId="{4F5223CD-0B3E-4DDA-A6D8-036EFB36E188}" type="pres">
      <dgm:prSet presAssocID="{9425D531-8B2B-4C69-B032-969DC9A65E78}" presName="horz1" presStyleCnt="0"/>
      <dgm:spPr/>
    </dgm:pt>
    <dgm:pt modelId="{C911A9F4-85A8-4225-BE70-5E55654207C3}" type="pres">
      <dgm:prSet presAssocID="{9425D531-8B2B-4C69-B032-969DC9A65E78}" presName="tx1" presStyleLbl="revTx" presStyleIdx="2" presStyleCnt="4"/>
      <dgm:spPr/>
    </dgm:pt>
    <dgm:pt modelId="{3831CCEB-11D1-4AB3-8268-A1BB0E73F805}" type="pres">
      <dgm:prSet presAssocID="{9425D531-8B2B-4C69-B032-969DC9A65E78}" presName="vert1" presStyleCnt="0"/>
      <dgm:spPr/>
    </dgm:pt>
    <dgm:pt modelId="{A4BEF881-C6CD-41C5-8084-DFC7B2E65206}" type="pres">
      <dgm:prSet presAssocID="{16C90F0C-FF8F-4552-B796-7EC98C65EAE9}" presName="thickLine" presStyleLbl="alignNode1" presStyleIdx="3" presStyleCnt="4"/>
      <dgm:spPr/>
    </dgm:pt>
    <dgm:pt modelId="{7B8AC1A8-FD97-4170-B992-3CA69BC47369}" type="pres">
      <dgm:prSet presAssocID="{16C90F0C-FF8F-4552-B796-7EC98C65EAE9}" presName="horz1" presStyleCnt="0"/>
      <dgm:spPr/>
    </dgm:pt>
    <dgm:pt modelId="{B5FA9DA8-6299-4710-998D-53AEBBB79BCC}" type="pres">
      <dgm:prSet presAssocID="{16C90F0C-FF8F-4552-B796-7EC98C65EAE9}" presName="tx1" presStyleLbl="revTx" presStyleIdx="3" presStyleCnt="4"/>
      <dgm:spPr/>
    </dgm:pt>
    <dgm:pt modelId="{C2C618C0-49DB-417B-B795-A3D5E930615A}" type="pres">
      <dgm:prSet presAssocID="{16C90F0C-FF8F-4552-B796-7EC98C65EAE9}" presName="vert1" presStyleCnt="0"/>
      <dgm:spPr/>
    </dgm:pt>
  </dgm:ptLst>
  <dgm:cxnLst>
    <dgm:cxn modelId="{53C5A104-3FCA-4453-9875-F794782EA040}" srcId="{5095E648-9485-4953-8FAE-CBCE83FF925B}" destId="{9425D531-8B2B-4C69-B032-969DC9A65E78}" srcOrd="2" destOrd="0" parTransId="{F60D8C32-E5B0-4689-A040-E92666F92EB4}" sibTransId="{2D3D4BC2-75CF-4169-9E43-9B1D9F73AAE8}"/>
    <dgm:cxn modelId="{F0B0AC06-68D0-4418-979E-B75DA9D5F235}" srcId="{5095E648-9485-4953-8FAE-CBCE83FF925B}" destId="{16C90F0C-FF8F-4552-B796-7EC98C65EAE9}" srcOrd="3" destOrd="0" parTransId="{E206BC11-D762-4DAD-8174-14EB59CF4213}" sibTransId="{B1DFDEF1-37A9-4EBB-B14E-695F61B50728}"/>
    <dgm:cxn modelId="{7D9B3821-4460-4462-938F-5E0FF0443D1E}" srcId="{5095E648-9485-4953-8FAE-CBCE83FF925B}" destId="{A79A5544-A77D-4B7A-9747-45680BB2964A}" srcOrd="0" destOrd="0" parTransId="{C2ADD182-22E9-4F6E-9B1E-E66E6F746281}" sibTransId="{5E8E81CB-1796-4796-BEB5-BBE46FDCDC89}"/>
    <dgm:cxn modelId="{04239436-525B-4C69-B8C3-6889578CCE99}" type="presOf" srcId="{5095E648-9485-4953-8FAE-CBCE83FF925B}" destId="{F180995C-070D-4F09-9E9E-EA61FE20A08B}" srcOrd="0" destOrd="0" presId="urn:microsoft.com/office/officeart/2008/layout/LinedList"/>
    <dgm:cxn modelId="{9DC9367E-1E5D-423B-99C0-4E7C8DDA0CEF}" type="presOf" srcId="{A79A5544-A77D-4B7A-9747-45680BB2964A}" destId="{2B3E5D25-3528-48AD-93B4-E9FC459F8DED}" srcOrd="0" destOrd="0" presId="urn:microsoft.com/office/officeart/2008/layout/LinedList"/>
    <dgm:cxn modelId="{6509C58C-B3EF-48D9-A6E1-9CB82E7FF627}" srcId="{5095E648-9485-4953-8FAE-CBCE83FF925B}" destId="{A6A61C3A-342B-4760-8BD3-0FC6AB7EE0BD}" srcOrd="1" destOrd="0" parTransId="{613A87BD-E5C3-49DF-BCB3-486D68E9C182}" sibTransId="{0E5388AD-8577-434B-942A-0E5C9A03E727}"/>
    <dgm:cxn modelId="{3B5642AC-453E-4C66-B01A-48C4299F192F}" type="presOf" srcId="{16C90F0C-FF8F-4552-B796-7EC98C65EAE9}" destId="{B5FA9DA8-6299-4710-998D-53AEBBB79BCC}" srcOrd="0" destOrd="0" presId="urn:microsoft.com/office/officeart/2008/layout/LinedList"/>
    <dgm:cxn modelId="{BC50ADD5-BA95-48C7-9C77-49AF23DFEA07}" type="presOf" srcId="{A6A61C3A-342B-4760-8BD3-0FC6AB7EE0BD}" destId="{570B218D-18C6-423C-8E01-0580E57209CD}" srcOrd="0" destOrd="0" presId="urn:microsoft.com/office/officeart/2008/layout/LinedList"/>
    <dgm:cxn modelId="{C89EBCFF-37B9-4647-9B1D-D0EBD1B52DAF}" type="presOf" srcId="{9425D531-8B2B-4C69-B032-969DC9A65E78}" destId="{C911A9F4-85A8-4225-BE70-5E55654207C3}" srcOrd="0" destOrd="0" presId="urn:microsoft.com/office/officeart/2008/layout/LinedList"/>
    <dgm:cxn modelId="{4B09E5F3-95F1-4B45-B407-051239918D22}" type="presParOf" srcId="{F180995C-070D-4F09-9E9E-EA61FE20A08B}" destId="{47AA3B29-B3FA-4B8D-95DF-B3C5A0E44010}" srcOrd="0" destOrd="0" presId="urn:microsoft.com/office/officeart/2008/layout/LinedList"/>
    <dgm:cxn modelId="{B1EDBAC0-C7C6-43E4-A49D-B8F701FBC0D3}" type="presParOf" srcId="{F180995C-070D-4F09-9E9E-EA61FE20A08B}" destId="{BC6B2475-9C1A-41AE-9333-9DE6FBC518B2}" srcOrd="1" destOrd="0" presId="urn:microsoft.com/office/officeart/2008/layout/LinedList"/>
    <dgm:cxn modelId="{D0B166A1-DA96-4A74-AA86-846D7FE2FB94}" type="presParOf" srcId="{BC6B2475-9C1A-41AE-9333-9DE6FBC518B2}" destId="{2B3E5D25-3528-48AD-93B4-E9FC459F8DED}" srcOrd="0" destOrd="0" presId="urn:microsoft.com/office/officeart/2008/layout/LinedList"/>
    <dgm:cxn modelId="{5E9F70E7-4B46-4074-819D-3D40C208E090}" type="presParOf" srcId="{BC6B2475-9C1A-41AE-9333-9DE6FBC518B2}" destId="{B682C4D4-C495-49D8-B4E2-6BA2835130D8}" srcOrd="1" destOrd="0" presId="urn:microsoft.com/office/officeart/2008/layout/LinedList"/>
    <dgm:cxn modelId="{EDE01BC5-1520-42D4-98AA-A2D97DD9696B}" type="presParOf" srcId="{F180995C-070D-4F09-9E9E-EA61FE20A08B}" destId="{9AD9E2FC-D22E-419C-8895-EF742E377E55}" srcOrd="2" destOrd="0" presId="urn:microsoft.com/office/officeart/2008/layout/LinedList"/>
    <dgm:cxn modelId="{7BF9A672-1FCC-4FAB-9C29-3A4248CC7AC7}" type="presParOf" srcId="{F180995C-070D-4F09-9E9E-EA61FE20A08B}" destId="{C58DDBC2-9FD2-4938-A259-8F0520E35972}" srcOrd="3" destOrd="0" presId="urn:microsoft.com/office/officeart/2008/layout/LinedList"/>
    <dgm:cxn modelId="{19952B0E-CEF3-4B73-8C96-7127FF4F1CF1}" type="presParOf" srcId="{C58DDBC2-9FD2-4938-A259-8F0520E35972}" destId="{570B218D-18C6-423C-8E01-0580E57209CD}" srcOrd="0" destOrd="0" presId="urn:microsoft.com/office/officeart/2008/layout/LinedList"/>
    <dgm:cxn modelId="{449DAC36-FFFB-485E-92D8-DD72271DEF8D}" type="presParOf" srcId="{C58DDBC2-9FD2-4938-A259-8F0520E35972}" destId="{C7E95966-6B98-4566-87BF-8FE50C120D59}" srcOrd="1" destOrd="0" presId="urn:microsoft.com/office/officeart/2008/layout/LinedList"/>
    <dgm:cxn modelId="{D826AEEB-D6E6-4296-AE48-7E48FAB40590}" type="presParOf" srcId="{F180995C-070D-4F09-9E9E-EA61FE20A08B}" destId="{8CD65808-A953-4412-97A8-CA1C0FAAC5EB}" srcOrd="4" destOrd="0" presId="urn:microsoft.com/office/officeart/2008/layout/LinedList"/>
    <dgm:cxn modelId="{DC709BAD-14EA-4C5D-90C8-D63319B3A9AC}" type="presParOf" srcId="{F180995C-070D-4F09-9E9E-EA61FE20A08B}" destId="{4F5223CD-0B3E-4DDA-A6D8-036EFB36E188}" srcOrd="5" destOrd="0" presId="urn:microsoft.com/office/officeart/2008/layout/LinedList"/>
    <dgm:cxn modelId="{535E89CF-6DC2-4921-B538-FE92D1834DF5}" type="presParOf" srcId="{4F5223CD-0B3E-4DDA-A6D8-036EFB36E188}" destId="{C911A9F4-85A8-4225-BE70-5E55654207C3}" srcOrd="0" destOrd="0" presId="urn:microsoft.com/office/officeart/2008/layout/LinedList"/>
    <dgm:cxn modelId="{9430C462-A90C-4AF5-BE34-D52A3CE943EB}" type="presParOf" srcId="{4F5223CD-0B3E-4DDA-A6D8-036EFB36E188}" destId="{3831CCEB-11D1-4AB3-8268-A1BB0E73F805}" srcOrd="1" destOrd="0" presId="urn:microsoft.com/office/officeart/2008/layout/LinedList"/>
    <dgm:cxn modelId="{8592403B-F785-41A5-A143-9BC71B612B3F}" type="presParOf" srcId="{F180995C-070D-4F09-9E9E-EA61FE20A08B}" destId="{A4BEF881-C6CD-41C5-8084-DFC7B2E65206}" srcOrd="6" destOrd="0" presId="urn:microsoft.com/office/officeart/2008/layout/LinedList"/>
    <dgm:cxn modelId="{80A85BF1-6494-44CF-9D2F-9D53639D8750}" type="presParOf" srcId="{F180995C-070D-4F09-9E9E-EA61FE20A08B}" destId="{7B8AC1A8-FD97-4170-B992-3CA69BC47369}" srcOrd="7" destOrd="0" presId="urn:microsoft.com/office/officeart/2008/layout/LinedList"/>
    <dgm:cxn modelId="{B100AFEC-50E4-4DD8-A98B-3A34DF544EB2}" type="presParOf" srcId="{7B8AC1A8-FD97-4170-B992-3CA69BC47369}" destId="{B5FA9DA8-6299-4710-998D-53AEBBB79BCC}" srcOrd="0" destOrd="0" presId="urn:microsoft.com/office/officeart/2008/layout/LinedList"/>
    <dgm:cxn modelId="{6F157AB3-3540-4796-93CA-6C523F4F6BCB}" type="presParOf" srcId="{7B8AC1A8-FD97-4170-B992-3CA69BC47369}" destId="{C2C618C0-49DB-417B-B795-A3D5E930615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5F211-B9F0-4367-AF0D-6493BE6268D7}">
      <dsp:nvSpPr>
        <dsp:cNvPr id="0" name=""/>
        <dsp:cNvSpPr/>
      </dsp:nvSpPr>
      <dsp:spPr>
        <a:xfrm>
          <a:off x="0" y="675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6B9127-9E39-4DC8-B01A-11BFB68FF6D7}">
      <dsp:nvSpPr>
        <dsp:cNvPr id="0" name=""/>
        <dsp:cNvSpPr/>
      </dsp:nvSpPr>
      <dsp:spPr>
        <a:xfrm>
          <a:off x="0" y="675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kern="1200"/>
            <a:t>Resetear Modulo UART</a:t>
          </a:r>
          <a:endParaRPr lang="en-US" sz="3100" kern="1200"/>
        </a:p>
      </dsp:txBody>
      <dsp:txXfrm>
        <a:off x="0" y="675"/>
        <a:ext cx="6900512" cy="1106957"/>
      </dsp:txXfrm>
    </dsp:sp>
    <dsp:sp modelId="{2DC8BB8C-AB78-4744-AD45-96C2D2B17F92}">
      <dsp:nvSpPr>
        <dsp:cNvPr id="0" name=""/>
        <dsp:cNvSpPr/>
      </dsp:nvSpPr>
      <dsp:spPr>
        <a:xfrm>
          <a:off x="0" y="1107633"/>
          <a:ext cx="6900512" cy="0"/>
        </a:xfrm>
        <a:prstGeom prst="line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6781D-F053-403C-820D-D5F514149C9F}">
      <dsp:nvSpPr>
        <dsp:cNvPr id="0" name=""/>
        <dsp:cNvSpPr/>
      </dsp:nvSpPr>
      <dsp:spPr>
        <a:xfrm>
          <a:off x="0" y="1107633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kern="1200"/>
            <a:t>Configurar baudrate (tip: tabla 36-4 user manual)</a:t>
          </a:r>
          <a:endParaRPr lang="en-US" sz="3100" kern="1200"/>
        </a:p>
      </dsp:txBody>
      <dsp:txXfrm>
        <a:off x="0" y="1107633"/>
        <a:ext cx="6900512" cy="1106957"/>
      </dsp:txXfrm>
    </dsp:sp>
    <dsp:sp modelId="{11D0EFA5-5025-46CB-A08D-68ACD83EE22A}">
      <dsp:nvSpPr>
        <dsp:cNvPr id="0" name=""/>
        <dsp:cNvSpPr/>
      </dsp:nvSpPr>
      <dsp:spPr>
        <a:xfrm>
          <a:off x="0" y="2214591"/>
          <a:ext cx="6900512" cy="0"/>
        </a:xfrm>
        <a:prstGeom prst="line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F4EC8C-AC95-4D24-9A6D-088F3E3ED3B2}">
      <dsp:nvSpPr>
        <dsp:cNvPr id="0" name=""/>
        <dsp:cNvSpPr/>
      </dsp:nvSpPr>
      <dsp:spPr>
        <a:xfrm>
          <a:off x="0" y="2214591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kern="1200"/>
            <a:t>Configurar numero de bit</a:t>
          </a:r>
          <a:endParaRPr lang="en-US" sz="3100" kern="1200"/>
        </a:p>
      </dsp:txBody>
      <dsp:txXfrm>
        <a:off x="0" y="2214591"/>
        <a:ext cx="6900512" cy="1106957"/>
      </dsp:txXfrm>
    </dsp:sp>
    <dsp:sp modelId="{B3EA3303-A1AA-42DB-827A-2343D89C963C}">
      <dsp:nvSpPr>
        <dsp:cNvPr id="0" name=""/>
        <dsp:cNvSpPr/>
      </dsp:nvSpPr>
      <dsp:spPr>
        <a:xfrm>
          <a:off x="0" y="3321549"/>
          <a:ext cx="6900512" cy="0"/>
        </a:xfrm>
        <a:prstGeom prst="line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B02B87-44C3-46FB-96A0-B1D46668F7FE}">
      <dsp:nvSpPr>
        <dsp:cNvPr id="0" name=""/>
        <dsp:cNvSpPr/>
      </dsp:nvSpPr>
      <dsp:spPr>
        <a:xfrm>
          <a:off x="0" y="3321549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kern="1200"/>
            <a:t>Definir paridad</a:t>
          </a:r>
          <a:endParaRPr lang="en-US" sz="3100" kern="1200"/>
        </a:p>
      </dsp:txBody>
      <dsp:txXfrm>
        <a:off x="0" y="3321549"/>
        <a:ext cx="6900512" cy="1106957"/>
      </dsp:txXfrm>
    </dsp:sp>
    <dsp:sp modelId="{0175D205-2EAF-435B-B4BA-B48ADD176282}">
      <dsp:nvSpPr>
        <dsp:cNvPr id="0" name=""/>
        <dsp:cNvSpPr/>
      </dsp:nvSpPr>
      <dsp:spPr>
        <a:xfrm>
          <a:off x="0" y="4428507"/>
          <a:ext cx="6900512" cy="0"/>
        </a:xfrm>
        <a:prstGeom prst="line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78059D-38D3-4F45-8EAC-3DE92BE9945F}">
      <dsp:nvSpPr>
        <dsp:cNvPr id="0" name=""/>
        <dsp:cNvSpPr/>
      </dsp:nvSpPr>
      <dsp:spPr>
        <a:xfrm>
          <a:off x="0" y="4428507"/>
          <a:ext cx="6900512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100" kern="1200"/>
            <a:t>Definir numero de Stop bit</a:t>
          </a:r>
          <a:endParaRPr lang="en-US" sz="3100" kern="1200"/>
        </a:p>
      </dsp:txBody>
      <dsp:txXfrm>
        <a:off x="0" y="4428507"/>
        <a:ext cx="6900512" cy="1106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AA3B29-B3FA-4B8D-95DF-B3C5A0E44010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E5D25-3528-48AD-93B4-E9FC459F8DED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800" kern="1200" dirty="0"/>
            <a:t>Crear </a:t>
          </a:r>
          <a:r>
            <a:rPr lang="es-CL" sz="3800" kern="1200" dirty="0" err="1"/>
            <a:t>timer</a:t>
          </a:r>
          <a:r>
            <a:rPr lang="es-CL" sz="3800" kern="1200" dirty="0"/>
            <a:t> de 50Hz para un pin conectado a un </a:t>
          </a:r>
          <a:r>
            <a:rPr lang="es-CL" sz="3800" kern="1200" dirty="0" err="1"/>
            <a:t>timer</a:t>
          </a:r>
          <a:r>
            <a:rPr lang="es-CL" sz="3800" kern="1200" dirty="0"/>
            <a:t> o </a:t>
          </a:r>
          <a:r>
            <a:rPr lang="es-CL" sz="3800" kern="1200" dirty="0" err="1"/>
            <a:t>pwm</a:t>
          </a:r>
          <a:endParaRPr lang="en-US" sz="3800" kern="1200" dirty="0"/>
        </a:p>
      </dsp:txBody>
      <dsp:txXfrm>
        <a:off x="0" y="0"/>
        <a:ext cx="6900512" cy="1384035"/>
      </dsp:txXfrm>
    </dsp:sp>
    <dsp:sp modelId="{9AD9E2FC-D22E-419C-8895-EF742E377E55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0B218D-18C6-423C-8E01-0580E57209CD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800" kern="1200"/>
            <a:t>Con el registro del pin calcular tener pulsos de 0,5ms a 2,5 ms</a:t>
          </a:r>
          <a:endParaRPr lang="en-US" sz="3800" kern="1200"/>
        </a:p>
      </dsp:txBody>
      <dsp:txXfrm>
        <a:off x="0" y="1384035"/>
        <a:ext cx="6900512" cy="1384035"/>
      </dsp:txXfrm>
    </dsp:sp>
    <dsp:sp modelId="{8CD65808-A953-4412-97A8-CA1C0FAAC5EB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11A9F4-85A8-4225-BE70-5E55654207C3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800" kern="1200"/>
            <a:t>No cambiamos la frecuencia (referencia superior)</a:t>
          </a:r>
          <a:endParaRPr lang="en-US" sz="3800" kern="1200"/>
        </a:p>
      </dsp:txBody>
      <dsp:txXfrm>
        <a:off x="0" y="2768070"/>
        <a:ext cx="6900512" cy="1384035"/>
      </dsp:txXfrm>
    </dsp:sp>
    <dsp:sp modelId="{A4BEF881-C6CD-41C5-8084-DFC7B2E65206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FA9DA8-6299-4710-998D-53AEBBB79BCC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4780" tIns="144780" rIns="144780" bIns="144780" numCol="1" spcCol="1270" anchor="t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3800" kern="1200"/>
            <a:t>Cambiamos el Duty Cycle</a:t>
          </a:r>
          <a:endParaRPr lang="en-US" sz="3800" kern="1200"/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BA6B57-4313-43A7-BFCC-64F55BF22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699FF6-5B0E-4554-8775-3F8B71B92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A5B4BC-D961-4917-8832-C697CB4B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37A532-CC59-4582-A80F-8B58891C2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318983-2AFF-4B30-9B5E-F8701DD1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9845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33789-E8F2-4ECB-8C59-A11D0A0DA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C575E6-88E7-448F-BE30-DE23E9C1F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5CA8F9-5A31-48FB-8781-5F81B1626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F6EA91-151B-4F0A-8FE9-3156A1A81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E8F321-DF98-4BD8-8122-EEB9FFDC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2179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8A7D5-CF64-456C-8A1E-E00241E0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5D7ED7-119E-4A0F-82AA-CA77685F7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52A565-8EC6-4350-A7D4-E1AD16FD4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13FEED-650A-4AF9-8D4A-7419AF30C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B3ACB7-62CA-4874-AED4-9533EE804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68690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3B18FE-F1CB-4765-9BA8-34EE2D8E0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B86570-DFB7-49C8-9231-93A6446965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FD51AC-5BE3-4E03-9B12-76E0D68E66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73DD296-53AB-4E56-AD90-32EF84184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3F558B-70FC-4640-ABC0-1DA68B51D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CCC378-3121-4F78-8247-E403C1915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8575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26AB3-0B57-4F4D-AE1C-09548563A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2442725-DBEF-4520-951B-660546488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84C2A77-E8D8-461C-B861-1D376A20E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277C4E-F320-4288-ACEB-D550228642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55EC616-D90B-47C3-B281-D8C299B4A6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9AB786A-01BC-4FB2-8A12-76B2130E9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EBD39EE-2933-4D52-B5AB-D45E1C838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8CFD649-6344-4B91-A76F-ADBE4D30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3828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308232-2732-4D7B-B9AA-EA4728878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FF6C6FC-6736-4824-81F5-C9BFBCC76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AE7742-C037-4460-A6C7-22D04EC95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EB027D-B494-49B7-BE75-513A06489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125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EBBC8F7-6D77-4641-97DD-7BB0EDD7C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1076CB-DEE5-4057-833D-25909B46A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8AB3D6C-C3D9-470C-90E6-5842F450D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6478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DD6337-9E64-48B7-BA3D-D1D21D478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EB62FE-5D55-484C-91F4-29C0A4736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A4535C-F062-4E81-AB68-E8EB295C7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D4C24DB-F80B-47C3-BDDC-D49279FD1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7093A57-C66B-40A6-B260-8351D573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21D319-EF57-4527-8DBA-0DFDD8FB9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08146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E65867-24D8-4153-8B4B-7D2A10238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4F908A7-F242-41D2-B124-8FB135ADA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33E4DCB-292C-45C8-B235-C10957AC3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F13511-654D-4624-803E-04F312A40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B92F33-B3C0-4F03-8AB3-216E29C3D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5E7DEE2-2C1A-4CBD-8B37-355B894E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74805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B8320-F92B-4667-8585-5E469FA5F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24E696-AFE8-46C7-947D-5E5BD53D56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9F6C96-F949-4CDF-8385-2DDD8C039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C530C9-FFA2-49B4-B22E-B5DDE5AE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488C6A-1642-475B-BF01-91D525D6D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1190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0324832-68AB-428C-AA92-201218096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82948F5-C690-4955-B615-99B51C0DE9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C15A37-DC41-44FD-8DE0-BB8D0C9A8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F6A77D-CB81-41EE-B0D5-48F1482A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8E87F4-BB7B-4F60-8B57-D86DC067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23516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CD3FC10-099C-4A6D-B718-31EF191B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9323EC-AFEB-4657-8E0D-9560DB1F9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66589F-3D55-4A8C-904F-12883947DC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C2C9F-5D98-4160-94B3-C61AD1311BF8}" type="datetimeFigureOut">
              <a:rPr lang="es-CL" smtClean="0"/>
              <a:t>03-06-2021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1B3D428-8F66-4FA4-BAE8-0B0F8C05F4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C28B05A-BCEE-4BDC-B51B-E6EBAFE84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BAC44-2DC4-4594-8698-8D9324E8253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4626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01CEE1-D156-4806-97F0-86528E4722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s-CL" sz="6600"/>
              <a:t>SEP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C93E8C1-737A-484E-978B-7DEC981AF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s-CL" dirty="0"/>
              <a:t>Tomás Pinochet</a:t>
            </a:r>
            <a:endParaRPr lang="es-CL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magen de la pantalla de un video juego&#10;&#10;Descripción generada automáticamente con confianza baja">
            <a:extLst>
              <a:ext uri="{FF2B5EF4-FFF2-40B4-BE49-F238E27FC236}">
                <a16:creationId xmlns:a16="http://schemas.microsoft.com/office/drawing/2014/main" id="{EEDF9A22-0175-4369-AC4A-6F05B24D8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500" y="0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044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2000955-9318-47FB-BEB7-AA453EB10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CL" sz="5400"/>
              <a:t>UART</a:t>
            </a:r>
          </a:p>
        </p:txBody>
      </p:sp>
      <p:sp>
        <p:nvSpPr>
          <p:cNvPr id="7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99B9FC-C835-48CB-A2AC-29A85C261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s-CL" sz="2200"/>
              <a:t>Start bit: automático en UART</a:t>
            </a:r>
          </a:p>
          <a:p>
            <a:r>
              <a:rPr lang="es-CL" sz="2200"/>
              <a:t>Data: definir el numero de bit</a:t>
            </a:r>
          </a:p>
          <a:p>
            <a:r>
              <a:rPr lang="es-CL" sz="2200"/>
              <a:t>Parity bit: definir si se usara y si es par o impar</a:t>
            </a:r>
          </a:p>
          <a:p>
            <a:r>
              <a:rPr lang="es-CL" sz="2200"/>
              <a:t>Stop bit: 1 o 2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8C2245E-7A37-435B-838C-CE4F6932F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2557406"/>
            <a:ext cx="6903720" cy="174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422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A8DF41-BB62-4C9D-97AD-F24F26028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s-CL" sz="2200"/>
              <a:t>Usar P4.4 y P4.5!!!!</a:t>
            </a:r>
          </a:p>
        </p:txBody>
      </p:sp>
      <p:pic>
        <p:nvPicPr>
          <p:cNvPr id="5" name="Picture 2" descr="MSP430F5529 datasheet, Pinout ,application circuits MSP430 MIXED SIGNAL  MICROCONTROLLER">
            <a:extLst>
              <a:ext uri="{FF2B5EF4-FFF2-40B4-BE49-F238E27FC236}">
                <a16:creationId xmlns:a16="http://schemas.microsoft.com/office/drawing/2014/main" id="{CBEF0FFA-DABF-474A-AE6D-E9AF909C61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66461" y="640080"/>
            <a:ext cx="6079389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ECA7727E-390D-4AF9-AFDD-470F2A918B83}"/>
              </a:ext>
            </a:extLst>
          </p:cNvPr>
          <p:cNvSpPr txBox="1">
            <a:spLocks/>
          </p:cNvSpPr>
          <p:nvPr/>
        </p:nvSpPr>
        <p:spPr>
          <a:xfrm>
            <a:off x="561109" y="6457951"/>
            <a:ext cx="10515600" cy="2438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sz="1300"/>
              <a:t>http://www.datasheetdir.com/MSP430F5529+MSP430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1F6878C6-CDFD-4843-810F-C41B3A44C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CL" sz="5400" dirty="0"/>
              <a:t>UART</a:t>
            </a:r>
          </a:p>
        </p:txBody>
      </p:sp>
    </p:spTree>
    <p:extLst>
      <p:ext uri="{BB962C8B-B14F-4D97-AF65-F5344CB8AC3E}">
        <p14:creationId xmlns:p14="http://schemas.microsoft.com/office/powerpoint/2010/main" val="282715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F7DF8C-9EC7-4C59-B036-C06AB5A12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s-CL" sz="5400"/>
              <a:t>Configurar UART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2" name="Marcador de contenido 2">
            <a:extLst>
              <a:ext uri="{FF2B5EF4-FFF2-40B4-BE49-F238E27FC236}">
                <a16:creationId xmlns:a16="http://schemas.microsoft.com/office/drawing/2014/main" id="{AFF8494A-A45B-416A-81B9-1792C573DE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85128732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71675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4F95620-0D13-4B32-81DB-ADB2D8516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Servo</a:t>
            </a: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022286B6-ABB6-403D-B8CD-A4FC70AF870C}"/>
              </a:ext>
            </a:extLst>
          </p:cNvPr>
          <p:cNvSpPr txBox="1">
            <a:spLocks/>
          </p:cNvSpPr>
          <p:nvPr/>
        </p:nvSpPr>
        <p:spPr>
          <a:xfrm>
            <a:off x="630935" y="6438138"/>
            <a:ext cx="11227689" cy="2006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https://www.zonamaker.com/electronica/intro-electronica/componentes/motores/servo-motores</a:t>
            </a:r>
          </a:p>
        </p:txBody>
      </p:sp>
      <p:pic>
        <p:nvPicPr>
          <p:cNvPr id="4" name="Picture 2" descr="Zona Maker - Servo-motores">
            <a:extLst>
              <a:ext uri="{FF2B5EF4-FFF2-40B4-BE49-F238E27FC236}">
                <a16:creationId xmlns:a16="http://schemas.microsoft.com/office/drawing/2014/main" id="{723CA8C1-0F4D-4DFD-9AE8-5027EC977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513218"/>
            <a:ext cx="6903720" cy="3831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8857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C61ACB-F9D0-42EC-9AEA-019E3EA1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s-CL" sz="5400"/>
              <a:t>Servo</a:t>
            </a:r>
          </a:p>
        </p:txBody>
      </p:sp>
      <p:sp>
        <p:nvSpPr>
          <p:cNvPr id="29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Marcador de contenido 2">
            <a:extLst>
              <a:ext uri="{FF2B5EF4-FFF2-40B4-BE49-F238E27FC236}">
                <a16:creationId xmlns:a16="http://schemas.microsoft.com/office/drawing/2014/main" id="{1505E963-245E-45A5-8E7B-0A963EC1F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6291072"/>
            <a:ext cx="10297902" cy="246888"/>
          </a:xfrm>
        </p:spPr>
        <p:txBody>
          <a:bodyPr anchor="t">
            <a:normAutofit fontScale="55000" lnSpcReduction="20000"/>
          </a:bodyPr>
          <a:lstStyle/>
          <a:p>
            <a:r>
              <a:rPr lang="es-CL" sz="2200" dirty="0"/>
              <a:t>https://artbanshee.jimdofree.com/arduino/servomotor/</a:t>
            </a:r>
          </a:p>
        </p:txBody>
      </p:sp>
      <p:pic>
        <p:nvPicPr>
          <p:cNvPr id="5" name="Picture 2" descr="Conexiones de los servomotores(cables) - Página web de artbanshee">
            <a:extLst>
              <a:ext uri="{FF2B5EF4-FFF2-40B4-BE49-F238E27FC236}">
                <a16:creationId xmlns:a16="http://schemas.microsoft.com/office/drawing/2014/main" id="{01D1E4FA-2797-410E-BF97-931BAD210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73639" y="640080"/>
            <a:ext cx="6865033" cy="557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97011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2A98BB6-B116-4F16-B525-38962268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s-CL" sz="5400"/>
              <a:t>Servo: Crear PWM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4C00ACF8-9C7E-42A7-BBE8-3543F29600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291333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254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152</Words>
  <Application>Microsoft Office PowerPoint</Application>
  <PresentationFormat>Panorámica</PresentationFormat>
  <Paragraphs>25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SEP</vt:lpstr>
      <vt:lpstr>UART</vt:lpstr>
      <vt:lpstr>UART</vt:lpstr>
      <vt:lpstr>Configurar UART</vt:lpstr>
      <vt:lpstr>Servo</vt:lpstr>
      <vt:lpstr>Servo</vt:lpstr>
      <vt:lpstr>Servo: Crear PWM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</dc:title>
  <dc:creator>Tomas Pinochet valenzuela</dc:creator>
  <cp:lastModifiedBy>Tomas Pinochet valenzuela</cp:lastModifiedBy>
  <cp:revision>6</cp:revision>
  <dcterms:created xsi:type="dcterms:W3CDTF">2021-06-03T21:53:34Z</dcterms:created>
  <dcterms:modified xsi:type="dcterms:W3CDTF">2021-06-03T23:22:46Z</dcterms:modified>
</cp:coreProperties>
</file>